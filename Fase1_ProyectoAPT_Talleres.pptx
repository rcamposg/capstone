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08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1430000" y="4114800"/>
            <a:ext cx="1280160" cy="12801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para la búsqueda,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y evaluación de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talleres mecánicos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— Asignatura Capstone (PTY4614)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415741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Andrés Calquín Becerra · Rodrigo Campos
</a:t>
            </a: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
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E7EB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624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su relevancia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99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plataforma es necesaria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4008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671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solución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la plataforma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diferenciadores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192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talleres y evaluaciones reales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31336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4008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7764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239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y suscripción de talleres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4008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5811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metodología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9286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buscamos lograr y cómo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640080" y="5440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3858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Equipo, plan de trabajo y factibilidad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7332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cronograma y riesgos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 un taller confiable no es simple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sobre talleres mecánicos está dispersa en distintos medios. Antes de llevar un vehículo, rara vez es posible conocer con anticipación su especialidad, ubicación exacta, referencias de otros clientes o precios aproximados.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incertidumbre afecta tanto a los propietarios de vehículos como a los talleres, que pierden visibilidad frente a potenciales clientes.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5F7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6809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Fricciones frecuentes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18288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76809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poco clara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qué talleres hay realmente cerca.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31546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76809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incierta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referencias reales de otros clientes.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44805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76809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425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desconocidos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noción de precio antes de llegar.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que conecta clientes y talleres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110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ubicación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2585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talleres cercanos según dónde estás.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712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especialidad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186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general, vulcanización, eléctrico, frenos y más.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313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clientes reales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788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Orden, seguridad, atención y cuidado del vehículo.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7914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referencia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138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orientación de precio antes de decidir.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160020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7726680" y="192024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79095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taller...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26680" y="256032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7726680" y="25603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23960" y="2560320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8823960" y="256032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Vulcanización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415016" y="2560320"/>
            <a:ext cx="1124712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10415016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26680" y="3017520"/>
            <a:ext cx="877824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7726680" y="301752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26680" y="352044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7909560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Central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·  2.4 km  ·  $$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26680" y="4370832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7909560" y="4443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Norte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4736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·  2.4 km  ·  $$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26680" y="5221224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7909560" y="5294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Express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909560" y="55869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·  2.4 km  ·  $$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OBJETIVO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perfiles, una misma plataforma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Propietarios de vehículos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32688" y="377647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1234440" y="36301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 cuenta y registran su(s) vehículo(s)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44348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1234440" y="42885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y filtran talleres por ubicación y especialidad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509320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1234440" y="49469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 evaluaciones y precios de referencia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F5F7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629400" y="228600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629400" y="3063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mecánicos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647688" y="377647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949440" y="36301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 un perfil comercial con sus servicios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47688" y="44348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949440" y="42885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Administran una o más ubicaciones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47688" y="509320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949440" y="49469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 visibilidad frente a nuevos clientes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Evaluaciones reales de clientes</a:t>
            </a:r>
            <a:endParaRPr lang="en-US" sz="2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ya usaron el servicio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ser atendidos, los clientes califican al taller. Esa información alimenta un puntaje de referencia que se puede usar como criterio de búsqueda y comparación.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793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y limpieza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23360" y="356616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251960" y="379476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251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42793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taller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7772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8338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512064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2436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251960" y="53492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25196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58338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del vehículo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92440" y="1554480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8092440" y="2331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por taller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Ingresos desde los talleres registrados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del taller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para registrar el taller y su perfil comercial en la plataforma.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F5F7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629400" y="2331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US$5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520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023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opcional para aumentar la visibilidad del taller frente a los usuarios que buscan.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generar sostenibilidad económica para la plataforma mientras se entrega a los talleres una herramienta real de promoción.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2377440"/>
            <a:ext cx="3657600" cy="365760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9601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plataforma web que permita a propietarios de vehículos buscar, comparar y evaluar talleres mecánicos según ubicación, especialidad, referencias de clientes y precios de referencia, incorporando un modelo de negocio basado en la inscripción y suscripción de talleres.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pasos para llegar al objetivo general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necesidades de clientes y talleres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54864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3405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estructura de información del sistema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54864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6674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registro y perfiles diferenciados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54864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9943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búsqueda y filtrado de talleres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18745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355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8013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sistema de evaluaciones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2807208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35508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73405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inscripción y suscripción de talleres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3739896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635508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66674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funcionales de la plataforma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enfoque ágil e incremental, en 6 etapas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51560" y="3246120"/>
            <a:ext cx="10058400" cy="0"/>
          </a:xfrm>
          <a:prstGeom prst="line">
            <a:avLst/>
          </a:prstGeom>
          <a:noFill/>
          <a:ln w="38100">
            <a:solidFill>
              <a:srgbClr val="E7EB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0" cy="45720"/>
          </a:xfrm>
          <a:prstGeom prst="line">
            <a:avLst/>
          </a:prstGeom>
          <a:noFill/>
          <a:ln w="19050">
            <a:solidFill>
              <a:srgbClr val="E7EBE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13716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3017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2697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3474720"/>
            <a:ext cx="0" cy="274320"/>
          </a:xfrm>
          <a:prstGeom prst="line">
            <a:avLst/>
          </a:prstGeom>
          <a:noFill/>
          <a:ln w="19050">
            <a:solidFill>
              <a:srgbClr val="E7EBE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224028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solución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800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2971800"/>
            <a:ext cx="0" cy="45720"/>
          </a:xfrm>
          <a:prstGeom prst="line">
            <a:avLst/>
          </a:prstGeom>
          <a:noFill/>
          <a:ln w="19050">
            <a:solidFill>
              <a:srgbClr val="E7EBE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434340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3017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9037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32320" y="3474720"/>
            <a:ext cx="0" cy="274320"/>
          </a:xfrm>
          <a:prstGeom prst="line">
            <a:avLst/>
          </a:prstGeom>
          <a:noFill/>
          <a:ln w="19050">
            <a:solidFill>
              <a:srgbClr val="E7EBE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44652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3017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90068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35440" y="2971800"/>
            <a:ext cx="0" cy="45720"/>
          </a:xfrm>
          <a:prstGeom prst="line">
            <a:avLst/>
          </a:prstGeom>
          <a:noFill/>
          <a:ln w="19050">
            <a:solidFill>
              <a:srgbClr val="E7EBE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854964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109960" y="3017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11109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338560" y="3474720"/>
            <a:ext cx="0" cy="274320"/>
          </a:xfrm>
          <a:prstGeom prst="line">
            <a:avLst/>
          </a:prstGeom>
          <a:noFill/>
          <a:ln w="19050">
            <a:solidFill>
              <a:srgbClr val="E7EBE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1065276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presentación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94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e incremental: se avanza por etapas desde la definición del problema hasta una versión funcional de la plataforma.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integrantes, roles complementarios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331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Calquín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6700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y análisis de requerimientos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2688" y="350215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1234440" y="3337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 y documentación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42153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1234440" y="40507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el docente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" y="492861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1234440" y="47640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en diseño de interfaces y pruebas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F5F7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629400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6294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331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Campos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6700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base de datos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47688" y="350215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949440" y="3337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Modelamiento de la base de datos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47688" y="42153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6949440" y="40507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 y búsqueda/filtros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47688" y="492861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6949440" y="47640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en pruebas funcionales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semanas distribuidas en 3 fases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7EB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S1–S4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2871216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078992" y="2715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requerimientos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529584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078992" y="33741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4187952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1078992" y="40325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4663440" y="2194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S5–S15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81728" y="287121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4919472" y="2715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perfiles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81728" y="352958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4919472" y="33741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81728" y="41879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4919472" y="40325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y referencias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81728" y="484632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4919472" y="46908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y suscripción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0" y="19202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503920" y="2194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S16–S18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22208" y="2871216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8759952" y="2715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correcciones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22208" y="3529584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8759952" y="33741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presentación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controlado, riesgos identificados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facilita el desarrollo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9144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3405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Conocimientos previos en programación y BD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914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51129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distribuido entre 2 integrantes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34340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8853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herramientas ya disponibles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F5F7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629400" y="21945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cómo los abordamos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29400" y="27889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6294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73405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→ alcance académico acotado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56616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629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51129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evaluaciones → reglas simples al inicio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434340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662940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28853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reales → versión simulada si excede el alcance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talleres mecánicos · Proyecto APT · Fase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0789920" y="5029200"/>
            <a:ext cx="1828800" cy="1828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Andrés Calquín Becerra  ·  Rodrigo Campos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995</Words>
  <Application>Microsoft Office PowerPoint</Application>
  <PresentationFormat>Panorámica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ESTEBAN CAMPOS GOMEZ</cp:lastModifiedBy>
  <cp:revision>2</cp:revision>
  <dcterms:created xsi:type="dcterms:W3CDTF">2026-09-12T08:00:34Z</dcterms:created>
  <dcterms:modified xsi:type="dcterms:W3CDTF">2026-09-12T11:56:10Z</dcterms:modified>
</cp:coreProperties>
</file>